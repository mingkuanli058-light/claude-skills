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418320" cy="27432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执法音视频集中存储与管理系统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建 设 方 案 汇 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480560"/>
            <a:ext cx="9418320" cy="27432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BB"/>
                </a:solidFill>
                <a:latin typeface="微软雅黑" panose="020B0503020204020204" charset="-122"/>
              </a:defRPr>
            </a:pPr>
            <a:r>
              <a:t>文件状态：交付稿    密级等级：内部    版本号：V1.0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一、项目背景与建设必要性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二、建设目标与原则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三、系统定位与边界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四、总体架构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五、数据与存储策略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六、部署结构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七、投资与预算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八、风险与控制</a:t>
            </a:r>
          </a:p>
          <a:p>
            <a:pPr algn="l">
              <a:spcBef>
                <a:spcPts val="1000"/>
              </a:spcBef>
              <a:spcAft>
                <a:spcPts val="600"/>
              </a:spcAft>
              <a:defRPr sz="2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九、建设成效与结论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一、项目背景与建设必要性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执法音视频数据量持续增长，现有存储体系已积累约 300TB 数据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日新增约 0.6TB，年新增 200TB 以上，现有系统面临容量瓶颈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执法音视频数据属于执法证据数据，对完整性与不可篡改性具有法定要求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信息技术自主可控要求在存储基础设施层面落实国产化建设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建设必要性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2651760" cy="18288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存储容量不足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年新增200TB+</a:t>
            </a:r>
            <a:br/>
            <a:r>
              <a:t>在线周期≥3年</a:t>
            </a:r>
            <a:br/>
            <a:r>
              <a:t>现有体系无法承载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4572000"/>
            <a:ext cx="2651760" cy="18288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数据管理能力不足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0292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缺乏全生命周期管理</a:t>
            </a:r>
            <a:br/>
            <a:r>
              <a:t>检索效率低</a:t>
            </a:r>
            <a:br/>
            <a:r>
              <a:t>调阅能力有限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2651760" cy="18288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证据保护能力不足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292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缺乏完整性校验</a:t>
            </a:r>
            <a:br/>
            <a:r>
              <a:t>无防篡改机制</a:t>
            </a:r>
            <a:br/>
            <a:r>
              <a:t>证据安全无保障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4572000"/>
            <a:ext cx="2651760" cy="18288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国产化要求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50292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存储基础设施层</a:t>
            </a:r>
            <a:br/>
            <a:r>
              <a:t>服务器硬件平台</a:t>
            </a:r>
            <a:br/>
            <a:r>
              <a:t>操作系统层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二、建设目标与原则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建设目标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业务目标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建立统一的执法音视频数据集中存储体系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有效可用存储容量 ≥700TB，在线存储周期 ≥3 年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建立检索调阅服务能力，支撑执法监督与规范化管理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建立数据全生命周期管理机制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技术目标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Scale-Out NAS 横向扩展架构，统一文件存储资源池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国产化：服务器 + 操作系统 + 达梦数据库 V8.4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公安专网部署，削峰与分时上传机制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建设原则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10058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集约化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74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统一存储资源池，各接入通道</a:t>
            </a:r>
            <a:br/>
            <a:r>
              <a:t>数据汇聚至同一资源池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17520"/>
            <a:ext cx="5029200" cy="10058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稳定可靠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63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双机部署+RAID保护+冗余链路</a:t>
            </a:r>
            <a:br/>
            <a:r>
              <a:t>单点故障不中断服务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029200" cy="10058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横向扩展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增加NAS节点在线扩容</a:t>
            </a:r>
            <a:br/>
            <a:r>
              <a:t>对应用层透明，不中断服务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394960"/>
            <a:ext cx="5029200" cy="10058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4406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自主可控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440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国产CPU/OS + 达梦V8.4</a:t>
            </a:r>
            <a:br/>
            <a:r>
              <a:t>不涉及既有系统改造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三、系统定位与边界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系统定位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执法音视频数据存储与管理支撑系统</a:t>
            </a:r>
            <a:br/>
            <a:r>
              <a:t>核心职责：数据承载、集中存储、检索调阅、监督支撑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建设范围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执法音视频接入节点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Scale-Out NAS 集中存储资源池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管理与检索平台（达梦数据库 V8.4）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访问与调阅终端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网络交换与传输链路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不包含范围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不涉及既有执法业务系统功能改造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不涉及执法终端设备更新或替换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不涉及执法流程制度调整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不包含历史系统替换或全量数据迁移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不承担实时视频监控/调度/流媒体分发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不涉及双中心/异地容灾/云化部署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5216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数据接入范围：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943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5G执法记录仪回传 | 采集站导入 | 执法仪本地导入 | 既有平台归集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系统组成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接入节点：多源数据唯一入口，完整性校验后写入存储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管理与检索平台：应用服务器部署，NFS/SMB挂载存储池，JDBC连接达梦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NAS 存储资源池：统一文件存储，唯一数据物理承载层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访问终端：通过平台调阅，不直接访问存储资源池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网络交换：业务网络与存储网络(≥10GbE)逻辑隔离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数据路径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写入路径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接入节点 → 校验 → 存储网络写入NAS → 数据库建立元数据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调阅路径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终端 → 平台查询数据库 → 存储网络读取NAS → 返回播放流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运维路径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存储管理服务器采集状态 → 平台汇聚监控 → 运维终端展示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部署边界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中心化部署，全部设备集中于公安专网机房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不涉及双中心/异地容灾/云化部署/跨区域调度，不依赖外部云平台或第三方服务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（详见下页：系统总体架构图）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1088390"/>
            <a:ext cx="7729220" cy="558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五、数据与存储策略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存储架构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Scale-Out NAS 横向扩展架构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统一文件存储资源池，NFS/SMB 标准接口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单节点有效容量 ≥810TB（45×18TB）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节点冗余 + RAID 等价数据保护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节点互联带宽 ≥10GbE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数据保护策略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原始证据数据完整保存，不可修改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全流程完整性校验机制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压缩/转码仅作用于归档副本（≤20%）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压缩数据不作为证据载体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关键数据指标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≈0.6TB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日新增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≥200TB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年新增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≥700TB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有效容量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≥3 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在线周期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≥20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并发用户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4754880"/>
            <a:ext cx="1737360" cy="1371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≥20 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并发播放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（详见下页：数据流转图）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数据流转图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070" y="1088390"/>
            <a:ext cx="8641080" cy="5462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六、部署结构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中心化部署 — 公安专网机房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51760" cy="2286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应用服务器 ×2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管理与检索平台</a:t>
            </a:r>
            <a:br/>
            <a:r>
              <a:t>数据接入服务</a:t>
            </a:r>
            <a:br/>
            <a:r>
              <a:t>国产CPU/OS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651760" cy="2286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存储服务器 ×1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Scale-Out NAS</a:t>
            </a:r>
            <a:br/>
            <a:r>
              <a:t>有效容量 ≥810TB</a:t>
            </a:r>
            <a:br/>
            <a:r>
              <a:t>NFS/SMB 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存储管理服务器 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存储管理服务</a:t>
            </a:r>
            <a:br/>
            <a:r>
              <a:t>运维监控</a:t>
            </a:r>
            <a:br/>
            <a:r>
              <a:t>国产CPU/OS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828800"/>
            <a:ext cx="2651760" cy="22860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达梦数据库 ×1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元数据/业务数据</a:t>
            </a:r>
            <a:br/>
            <a:r>
              <a:t>索引/审计日志</a:t>
            </a:r>
            <a:br/>
            <a:r>
              <a:t>国产数据库 V8.4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部署约束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系统采用中心化部署模式，全部设备集中部署于公安专网机房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不涉及双中心架构、异地容灾、云化部署及跨区域数据调度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新建系统独立部署，不影响既有系统运行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既有系统（约300TB历史数据）保留运行，承担历史查询与调阅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网络拓扑图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835" y="1088390"/>
            <a:ext cx="8227060" cy="5506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部署结构图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490" y="1269365"/>
            <a:ext cx="7144385" cy="5495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七、投资与预算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188720"/>
            <a:ext cx="4846320" cy="9144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项目投资总额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107.4 万元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3474720" cy="3657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软硬件购置费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81 万元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应用服务器 ×2    22万</a:t>
            </a:r>
            <a:br/>
            <a:r>
              <a:t>存储服务器 ×1    45万</a:t>
            </a:r>
            <a:br/>
            <a:r>
              <a:t>存储管理服务器 ×1  5万</a:t>
            </a:r>
            <a:br/>
            <a:r>
              <a:t>达梦数据库 ×1     9万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60320"/>
            <a:ext cx="3474720" cy="3657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应用软件费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20 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执法音视频管理与</a:t>
            </a:r>
            <a:br/>
            <a:r>
              <a:t>存储应用软件 ×1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560320"/>
            <a:ext cx="3474720" cy="36576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其它费用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6.4 万元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系统集成费  6.4万</a:t>
            </a:r>
            <a:br/>
            <a:r>
              <a:t>监理费      0万</a:t>
            </a:r>
            <a:br/>
            <a:r>
              <a:t>等保测评    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资金来源：财政拨款    |    各分项之和 = 总计 107.4 万元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八、风险与控制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设备供货风险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风险：设备交付延迟或到货不合格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应对：合同明确交付时限与违约责任</a:t>
            </a:r>
            <a:br/>
            <a:r>
              <a:t>到货后立即预验收与兼容测试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既有系统影响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风险：新建系统部署影响既有系统运行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应对：独立部署，不共享存储/应用/数据库</a:t>
            </a:r>
            <a:br/>
            <a:r>
              <a:t>部署过程不对既有系统变更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数据安全风险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691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风险：试运行期间数据丢失或损坏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应对：既有系统保持运行保障连续性</a:t>
            </a:r>
            <a:br/>
            <a:r>
              <a:t>新增数据在新系统完成校验入库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网络冲击风险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风险：大批量接入对专网带宽冲击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应对：削峰与分时上传机制</a:t>
            </a:r>
            <a:br/>
            <a:r>
              <a:t>试运行初期控制接入量逐步放量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9319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集成对接风险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434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风险：与既有执法平台接口对接失败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应对：优先接口对接验证</a:t>
            </a:r>
            <a:br/>
            <a:r>
              <a:t>标准协议 + 预留联调时间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31920"/>
            <a:ext cx="3474720" cy="237744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证据完整性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434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风险：传输/存储中数据损坏篡改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微软雅黑" panose="020B0503020204020204" charset="-122"/>
              </a:defRPr>
            </a:pPr>
            <a:r>
              <a:t>应对：全流程哈希校验机制</a:t>
            </a:r>
            <a:br/>
            <a:r>
              <a:t>RAID等价保护 + 审计追溯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九、建设成效与结论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C9A"/>
                </a:solidFill>
                <a:latin typeface="微软雅黑" panose="020B0503020204020204" charset="-122"/>
              </a:defRPr>
            </a:pPr>
            <a:r>
              <a:t>预期建设成效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存储能力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≥700TB 有效容量</a:t>
            </a:r>
            <a:br/>
            <a:r>
              <a:t>满足 ≥3 年在线存储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373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接入能力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多源统一接入</a:t>
            </a:r>
            <a:br/>
            <a:r>
              <a:t>日均 ≥0.6TB 写入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服务能力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≥20 并发用户</a:t>
            </a:r>
            <a:br/>
            <a:r>
              <a:t>≥20 路并发播放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管理能力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全生命周期自动化</a:t>
            </a:r>
            <a:br/>
            <a:r>
              <a:t>人工干预显著减少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661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安全能力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证据完整性校验 100%</a:t>
            </a:r>
            <a:br/>
            <a:r>
              <a:t>全操作审计追溯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566160"/>
            <a:ext cx="3474720" cy="155448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A4E"/>
                </a:solidFill>
                <a:latin typeface="微软雅黑" panose="020B0503020204020204" charset="-122"/>
              </a:defRPr>
            </a:pPr>
            <a:r>
              <a:t>自主可控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核心基础设施国产化</a:t>
            </a:r>
            <a:br/>
            <a:r>
              <a:t>达梦数据库 V8.4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18288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本项目聚焦执法音视频数据存储与管理基础设施建设，建设范围明确、目标清晰、技术可行、风险可控。</a:t>
            </a:r>
            <a:br/>
            <a:r>
              <a:t>系统定位为数据存储支撑层，不扩展业务功能、不替代既有系统、不改变执法流程。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 报 完 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敬 请 指 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演示</Application>
  <PresentationFormat>On-screen Show (4:3)</PresentationFormat>
  <Paragraphs>308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Mikl </cp:lastModifiedBy>
  <cp:revision>3</cp:revision>
  <dcterms:created xsi:type="dcterms:W3CDTF">2013-01-27T09:14:00Z</dcterms:created>
  <dcterms:modified xsi:type="dcterms:W3CDTF">2026-02-15T12:41:05Z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C071D143CBF14A238C2EEBAC14ACA59B_12</vt:lpwstr>
  </property>
</Properties>
</file>